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353312"/>
            <a:ext cx="5486400" cy="2514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187952"/>
            <a:ext cx="548640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0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  <a:buNone/>
              <a:buNone/>
              <a:buNone/>
              <a:buNone/>
              <a:buNone/>
              <a:buNone/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GIS IR LULU</dc:title>
  <dc:subject/>
  <dc:creator>Christian Gardner</dc:creator>
  <cp:keywords/>
  <dc:description/>
  <cp:lastModifiedBy>Christian Gardner</cp:lastModifiedBy>
  <cp:revision>1</cp:revision>
  <dcterms:created xsi:type="dcterms:W3CDTF">2013-01-27T09:14:16Z</dcterms:created>
  <dcterms:modified xsi:type="dcterms:W3CDTF">2013-01-27T09:15:58Z</dcterms:modified>
  <cp:category/>
</cp:coreProperties>
</file>