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~20% operating margins even in a trough year, ~$1B of unlevered free cash flow, and a share count already down ~13% over four years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$144; bear $91 (−9%) vs bull $239 (+139%)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still earning ~20% margins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10%, terminal growth 2.25%, terminal EBIT margin 15.5%) yields ~$144 — and even the bear case is ~$91, roughly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~3% growth by FY2028E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$10,793M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$11,450M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5,890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1,837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aligns with company guidance (revenue −6%, EPS ~$9.7); recovery driven by international growth and margin normalization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1,521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9,475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(542)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4.3%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below the DCF base case of $144 to allow for execution risk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~$144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13.9% → 15.5%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5.0%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4,283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9,940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14,223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16,030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$144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$141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$144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$154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~35x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$91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−9%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$144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+45%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−6%; returns to ~+3% by FY2028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15.5%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$239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+139%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FY28–30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