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$$56 / bull $$202 bracket scenario range from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928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 —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 — not Nike-level multiples.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17520"/>
            <a:ext cx="112928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 — not a control premium on LULU’s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 — concrete operating-company precedent for women’s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Alo’s ~$10B ask (~5.0x EV/Sales) is LULU’s closest yoga peer, but unclosed private asks cannot dictate actual public equity valuation.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model anchors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Target figures ($134 DCF, $140 OW target) derive from DCF and public comps (prior slide); precedents are contextual floor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257800"/>
            <a:ext cx="3977639" cy="1097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 —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