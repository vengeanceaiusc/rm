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you will be focusing on during this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$133.64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$133.64 per share (+33.6%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(FY26-FY30 EBIT Margin Path):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$14.57, more than enough to recover our $133.64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$10.09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G. EPS = NI ÷ diluted shares after $750M/yr repurchases (DCF $134 still uses 111.4M day-one basic shares).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($750M/yr; Scenarios!G188:G192)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$750M/yr buybacks; equity scales with revenue (buyback-driven equity reduction shown via CF / IS share count, not TE line).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7,691M to FY30 7,447M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7,691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7,447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$750M/yr fixed (Scenarios col G). Cash roll-forward = prior cash + FCF − buybacks.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(G21=$750M/yr fixed)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$134.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