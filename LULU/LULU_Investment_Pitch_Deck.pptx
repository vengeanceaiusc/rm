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 0.95 = ROUND(StockAnalysis Beta (5Y) 0.86 × 1.10, 2). The 5Y beta is too calm after the Sep-4 −17% print, so we add 10%.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  (= 0.86 × 1.10)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are analyst approximations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trades at a fraction of peer multiples despite sector-leading margins and a net-cash balance sheet — the discount reflects near-term growth fears,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Even a partial re-rating toward the low end of the peer group (e.g., 6–7x EV/EBITDA) implies a materially higher share price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