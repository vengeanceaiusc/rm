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2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40208"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407408"/>
            <a:ext cx="5486400" cy="4754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38928"/>
          <a:ext cx="1129284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75688"/>
                <a:gridCol w="2075688"/>
                <a:gridCol w="2075688"/>
                <a:gridCol w="2075688"/>
                <a:gridCol w="2075688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