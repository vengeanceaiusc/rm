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5532120" cy="47914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1. Table of Contents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2. Situation Overview and Current Investment Setup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3. Market Narrative and Analyst Sentiment Surrounding the Stock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4. Investment Thesis Summary and Target Price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5. Geographic Segments and Revenue Breakdown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6. Business Model Unit Economics and Competitive Moats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7. Industry Overview - Trends and Structure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8. Industry Overview - Barriers to Entry and Profitability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9. Investment Thesis I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10. Investment Thesis II  Partial Margin Recovery &amp; Brand Loyalty Floor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11. Investment Thesis III: Geographic Growth Divergence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170432"/>
            <a:ext cx="5532120" cy="47914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12. Risk &amp; Mitigants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13. Timeline of Recovery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14. Financials | Income Statement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15. Financials | Balance Sheet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16. Financials |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17. Financials | Capital Structure &amp; WACC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18. Valuation Summary (Football Field)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19. Sum of the Parts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20. DCF Valuation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21. Comps Analysis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22. Precedent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FY26–FY30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