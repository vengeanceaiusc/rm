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514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187952"/>
            <a:ext cx="548640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