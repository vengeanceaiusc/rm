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lululemon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365760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 &amp; read-through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set: LULU, NKE, ADS, DECK, CROX, LEVI, KTB — PitchBook daily EV / TTM EBITDA (04-Sep-2026); revenue &amp; EBIT from latest company filings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EV/Revenue on FY2026E revenue; EV/EBITDA &amp; EV/EBIT on FY2025 (TTM anchor); P/E on FY2026E EPS ($9.61 mid-guide) — then EV → equity via cash &amp; ASC 842 leases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 and 10.4x forward P/E vs core medians 1.63x / 16.5x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DCF terminal value uses Gordon growth (g = 2.25%) — the ~7.4x exit multiple is FY30 EBITDA × identity check only, not the peer median (~9x EV/EBITDA)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$134 sits between comps-implied ranges; target $140 = partial re-rating toward peer medians, not full NKE multiple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 —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15440"/>
                <a:gridCol w="1615440"/>
                <a:gridCol w="1615440"/>
                <a:gridCol w="1615440"/>
                <a:gridCol w="1615440"/>
                <a:gridCol w="1615440"/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 — ~16x FY21E EBITDA; women's premium activewear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 — $1.3bn implied EV; minority stake, not control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 — $4bn post-money; revenue not disclosed (~140% YoY grow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sale still explor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— not a premium benchmark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63240"/>
            <a:ext cx="1129284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How we use (and do not use) private precedents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precedents inform what strategics/PE may pay for premium athleisure assets. We do not derive a control premium from an unclosed ask vs LULU's public trading multiple. Valuation anchors remain DCF and public comps (prior slide).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Closed M&amp;A: Sweaty Betty (2021) — Wolverine paid $410M (~16x FY21E EBITDA, ~1.6x sales) for premium women's DTC activewear; closest operating-company precedent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growth rounds: Gymshark ($1.3bn implied EV, 2020 minority stake) and Vuori ($4bn post-money, 2021) show strategics/PE pay up for high-growth DTC athleisure — minority/valuation markers, not LULU control comps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Unclosed process: Alo ~$10bn ask (~5.0x EV/Sales on Forbes ~$2bn sales) — illustrates private-brand heat; we do not apply as a control premium on LULU's public multiple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Valuation anchors remain DCF + public comps (slide 20); precedents support the category-consolidation narrative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749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