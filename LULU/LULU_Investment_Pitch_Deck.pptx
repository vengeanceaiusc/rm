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Revenue Drivers &amp; DCF (CapEx/NWC)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Scenarios col C (tariff refund &amp; EBIT path)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17565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30368"/>
          <a:ext cx="112928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2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40208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0208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407408"/>
            <a:ext cx="5486400" cy="47548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7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38928"/>
          <a:ext cx="1129284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76200"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76200"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LULU Investment Pitch Deck</dc:title>
  <dc:subject/>
  <dc:creator>Christian Gardner</dc:creator>
  <ns0:keywords/>
  <dc:description/>
  <ns0:lastModifiedBy>Christian Gardner</ns0:lastModifiedBy>
  <ns0:revision>1</ns0:revision>
  <ns2:created xsi:type="dcterms:W3CDTF">2026-09-10T19:04:18Z</ns2:created>
  <ns2:modified xsi:type="dcterms:W3CDTF">2026-09-10T19:04:18Z</ns2:modified>
  <ns0:category/>
  <ns0:creator>Christian Gardner</ns0:creator>
</ns0:coreProperties>
</file>