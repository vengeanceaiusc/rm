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 &amp; bull operating forecast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 Each row uses the same metric definition across periods.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Reported figures from Forms 10-K; FY2025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Revenue $8,111M → $11,103M; OM peaked 23.7% (FY24); EPS $6.68 → $13.26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Share count 128.0M → 119.1M via buybacks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(G) vs bull (H)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Base: FY26 10,425M rev / 14.5% OM → FY30 11,418M / 15.5%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Bull: FY26 10,658M (−4% guide) → FY30 13,456M; OM 15.8% → 19.0%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EPS $10.89 → $19.14 (DCF implied price $202)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578608"/>
          <a:ext cx="11292828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10,658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11,298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11,976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12,694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13,456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6,886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7,299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7,737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2,006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15.6%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10.89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11.88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16.39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19.14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22–25 = FY2022–25 historical; 26B/26U = FY2026 base (G) / bull (H); same for 27–30. Bear in Appendix.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 &amp; bull funded growth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 Each row uses the same metric definition across periods.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No funded debt; FY25 cash $1,807M; total assets $8,457M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Net-cash balance sheet underpins downside at ~10x earnings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Lease-backed ROU assets ~$1.6B — not traditional debt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vs bull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Base cash 2,470M → 4,864M ($500M/yr buybacks)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cash 2,142M → 3,639M (75% FCF to buybacks)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BS scaled from base WC drivers at bull revenue; cash from FCF waterfall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578608"/>
          <a:ext cx="11292828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2,985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4,180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3,639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1,927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8,892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9,091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9,584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10,153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10,343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11,354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12,704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14,221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3,507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3,989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5,738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6,231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6,601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6,914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7,590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7,663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8,716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8,481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9,995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Same BS line items as 10-K. Bull cash = FY25 cash + cumulative (FCF + buybacks).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return of capital vs base &amp; bull FCF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 Each row uses the same metric definition across periods.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FY25 CFO $1,603M; capex ($681M) → ~$922M FCF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Buybacks ($1,637M) FY24, ($1,178M) FY25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FCF = CFO − capex; same definition as forecast rows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vs bull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Base FCF $1,163M → $1,184M (3-statement)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FCF $1,340M → $1,779M (Scenarios col H)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CFO = net income + D&amp;A + ΔNWC; buybacks = 75% of FCF; base buybacks = $500M/yr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578608"/>
          <a:ext cx="11292828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2,385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(480)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(606)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1,163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1,077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(1,005)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(923)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(1,048)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(1,185)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(1,335)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539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571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FCF = CFO + capex (capex shown as outflow). Bull uses same CFS line definitions as base and 10-K.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lease-adjusted capital structure drives a ~9.0%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Market EV at ~$100 is ~$9.3B (~3.5× FY25 EBITDA); intrinsic DCF enterprise value is ~$15B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relever Yahoo 5Y β (0.86) at FY25 ASC 842 lease debt ÷ market cap (~0.16 D/E) → β used ≈ 0.84. Damodaran Retail β (0.95) is shown for reference only.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(relevered; lease adj.)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0.84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9.9%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Lease-debt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14%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86%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9.0%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5165" y="2240280"/>
            <a:ext cx="275956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30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5125" y="2926080"/>
            <a:ext cx="6604855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268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Gordon DCF of $134,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~$134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3,944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10,933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14,876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14,885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