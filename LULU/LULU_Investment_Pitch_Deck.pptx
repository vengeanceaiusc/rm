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FY26-FY30 Chinese footprint expansion, averaging 16 new stores annually versus just 6 domestically, and sustained double-digit (10.2% average) comp growth to overcome clear Americas expansion drawbacks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implies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