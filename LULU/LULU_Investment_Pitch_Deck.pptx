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Financials — capital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revenue · Fcst: Scenarios!G25:G29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Gross profit · Fcst: Scenarios!G25:G29 × Scenarios!G30:G34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Operating income · Fcst: Scenarios!G45:G49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OI ÷ revenue · Fcst: 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income · Fcst: Scenarios!G143:G147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Diluted EPS · Fcst: Scenarios!G183:G187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Cash · Fcst: Scenarios!G163:G167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Inventories · Fcst: Scenarios!G80:G84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assets · Fcst: Scenarios!G168:G172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liabilities · Fcst: Scenarios!G173:G177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equity · Fcst: Scenarios!G178:G182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Debt ($0) · Fcst: Model — $0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 —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· Fcst: Scenarios!G148:G152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D&amp;A · Fcst: Scenarios!G55:G59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Capex · Fcst: Scenarios!G60:G64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− capex · Fcst: Scenarios!G153:G157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Buybacks · Fcst: Scenarios!G158:G162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 —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77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% of capital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 (EV offset)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7791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+ funded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218688"/>
            <a:ext cx="553212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5165" y="2240280"/>
            <a:ext cx="275956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3016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5125" y="2926080"/>
            <a:ext cx="6604855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268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Gordon DCF of $134,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~$134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3,944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10,933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14,876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14,885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