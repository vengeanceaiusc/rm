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0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  <a:buNone/>
              <a:buNone/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