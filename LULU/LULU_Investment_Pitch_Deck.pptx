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(FY26-FY30 EBIT Margin Path):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LULU_DCF_Valuation_Model.xlsx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LULU_DCF_Valuation_Model.xlsx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$54.00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net income / diluted shares after $750M/yr repurchases (DCF $133.52 still uses 111.4M day-one basic shares).  Hist = 10-K. Forecast (26-30) = DCF Scenarios pitch-bridge block, col G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Revenue x gross margin (Scenarios col 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EBIT / revenue (Scenarios col 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$54 / bull $208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