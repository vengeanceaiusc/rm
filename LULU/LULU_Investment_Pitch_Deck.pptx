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2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40208"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407408"/>
            <a:ext cx="5486400" cy="4754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38928"/>
          <a:ext cx="11292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75688"/>
                <a:gridCol w="2075688"/>
                <a:gridCol w="2075688"/>
                <a:gridCol w="2075688"/>
                <a:gridCol w="2075688"/>
              </a:tblGrid>
              <a:tr h="182880">
                <a:tc>
                  <a:txBody>
                    <a:bodyPr wrap="non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50800" marR="508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</a:tr>
              <a:tr h="182880"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</a:tr>
              <a:tr h="182880"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50800" marR="50800" marT="25400" marB="25400">
                    <a:solidFill>
                      <a:srgbClr val="F0F1F3"/>
                    </a:solidFill>
                  </a:tcPr>
                </a:tc>
              </a:tr>
              <a:tr h="182880"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