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FY22–25 10-K · Forecast: Scenarios col C (base) · Row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193792"/>
          <a:ext cx="11292840" cy="107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FY22–25 10-K · Forecast: Scenarios col C (base) · Row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193792"/>
          <a:ext cx="11292840" cy="107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54141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FY22–25 10-K · Forecast: Scenarios col C (base) · Row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193792"/>
          <a:ext cx="11292840" cy="1078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983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