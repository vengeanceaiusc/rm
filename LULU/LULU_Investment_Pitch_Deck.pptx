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+20% FY25 China comps, modeled +14% FY26 and +12% FY27 China same-store comps (Revenue Drivers), and ~16 annual China net store openings offset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