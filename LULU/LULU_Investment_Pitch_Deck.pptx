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(FY26-FY30 EBIT Margin Path):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model fades CapEx from management's 7% FY26 guide to a 5.5% revenue blend, freeing roughly $160M annually versus the guided run-rate, while approximately $116M of FY26 inventory normalization and a 23.6% e-commerce EBIT margin support free cash flow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