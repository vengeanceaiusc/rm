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8368"/>
                <a:gridCol w="4846320"/>
              </a:tblGrid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Revenue Drivers &amp; DCF (CapEx/NWC)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Scenarios col C (tariff refund &amp; EBIT path)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46304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1024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50800" marR="50800" marT="12700" marB="12700">
                    <a:solidFill>
                      <a:srgbClr val="1F2A44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50800" marR="50800" marT="12700" marB="12700">
                    <a:solidFill>
                      <a:srgbClr val="F0F1F3"/>
                    </a:solidFill>
                  </a:tcPr>
                </a:tc>
              </a:tr>
              <a:tr h="17068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19456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5321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13632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263640" y="3675887"/>
          <a:ext cx="5486400" cy="493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164592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334256"/>
            <a:ext cx="5486400" cy="621792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01091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212080"/>
          <a:ext cx="11292840" cy="4754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95097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5097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256032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1868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21868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