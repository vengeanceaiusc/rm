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C. EPS = net income / diluted shares after $750M/yr repurchases (DCF $133.52 still uses 111.4M day-one basic shares).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C). Cash roll-forward = prior cash + FCF − buybacks.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