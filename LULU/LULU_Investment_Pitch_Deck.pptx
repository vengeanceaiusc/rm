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Revenue Drivers &amp; DCF (CapEx/NWC)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Scenarios col C (tariff refund &amp; EBIT path)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38928"/>
          <a:ext cx="1129284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76200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