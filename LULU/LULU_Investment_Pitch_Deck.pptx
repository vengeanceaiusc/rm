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% of capital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 (EV offset)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7791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+ funded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218688"/>
            <a:ext cx="55321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2912" y="2734056"/>
            <a:ext cx="1277031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1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valued separately on FY30E base-case revenue — illustrative EV/EBITDA ranges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5.0x–6.5x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6,658–8,655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7.0x–9.0x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2,463–3,167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6.0x–8.0x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1,667–2,222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10,788–14,045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$97–$126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EBITDA margins are illustrative (mature Americas vs growth China); multiples are range checks, not peer averages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is the primary valuation anchor; SOTP triangulates geographic optionality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$97–$126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uses terminal-year EBITDA; DCF discounts explicit FCF + Gordon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&amp; exit-multiple terminal value reconcile to $134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EV/EBITDA (Gordon implied)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TWO APPROACHES (IDENTICAL IN MODEL)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(Gordon identity, not peer 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Exit 7.4x = Gordon identity on FY30 EBITDA $2,284M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We do not average PitchBook comps for TV. Bear/bull WACC &amp; g brackets are in the appendix.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