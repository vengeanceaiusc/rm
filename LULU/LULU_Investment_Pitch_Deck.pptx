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732020"/>
                <a:gridCol w="4732020"/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forecast (26–30, col G)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GM% ×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(OI/rev)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EBIT/rev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NI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732020"/>
                <a:gridCol w="4732020"/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forecast (26–30, col G)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inventories (NWC)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TA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TL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732020"/>
                <a:gridCol w="4732020"/>
              </a:tblGrid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forecast (26–30, col G)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CFO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D&amp;A rows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capex 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(CFO − capex)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pitch bridge FCF (CFS)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(base) fixed buyback ($500M)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