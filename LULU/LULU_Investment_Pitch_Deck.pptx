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$500M/yr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to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to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to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520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2064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2064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