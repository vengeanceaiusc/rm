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use Damodaran’s unlevered Retail (Special Lines) beta of 0.95 because LULU has no debt, so βu = βe. Company 5Y is 0.86 and is not used.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(unlev. retail; no debt)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(~6.0x).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