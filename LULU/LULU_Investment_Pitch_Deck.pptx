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vs public peers; Gymshark is a private growth print, not the TV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StockAnalysis public prints; Gymshark 23.5x = Guardian £1.25bn / SGB FY25 EBITDA £53.3m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43000"/>
          <a:ext cx="11292836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 (private)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Public 5-name mean is 10.8x; with Gymshark 12.9x. Both overstate a 2.25% g / 15.5% OM FY2030 exit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8.0x = Deckers, ~1 turn above Gordon ~7x and a haircut from the mature public mean (DECK / ADS / VFC) of 9.3x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Gymshark 23.5x = £1,250m / £53.3m is a 2020 GA print on FY25 EBITDA — a growth-stage private reference, not a mature public exit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Gymshark private print: Guardian (2020 GA £1.25bn valuation) and SGB (FY25 EBITDA £53.3m) — 23.5x is a reference,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