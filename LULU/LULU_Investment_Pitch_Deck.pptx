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 Next we dissect the NOPAT bridge and revenue drivers to expose durable cash flows hidden beneath headline noise Then we evaluate our mathematically sound 9 percent WACC and DCF scenarios which justify my overweight thesis Finally we review our football field valuation and comparable analysis implying a massive margin of safety for investors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II: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FY26–FY30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