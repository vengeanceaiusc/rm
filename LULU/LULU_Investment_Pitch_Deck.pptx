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4864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13716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864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601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40208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407408"/>
            <a:ext cx="5486400" cy="4754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