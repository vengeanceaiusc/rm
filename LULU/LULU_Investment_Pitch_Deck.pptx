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while modeled FY26-FY30 US averages of approximately flat comps and 6 annual gross store openings underscore near-term Americas stagnation, offset by China averages of 10.2% comps and 16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