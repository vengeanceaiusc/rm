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while modeled FY26-FY30 five-year averages of 10.2% China comps versus approximately flat Americas comps and 16 versus 6 annual gross store openings offset near-term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