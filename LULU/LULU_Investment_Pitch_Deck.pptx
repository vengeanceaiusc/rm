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 0.95 is Damodaran Jan-2026 Retail (Special Lines) unlevered beta. Company 5Y is 0.86; LULU has no funded debt, so we use the industry βu.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  (Damodaran βu)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