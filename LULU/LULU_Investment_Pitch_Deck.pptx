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+20% FY25 China comps, modeled +14% to +12% FY26-FY27 same-store comps, and ~16 annual net store openings offset near-term North American stagnation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