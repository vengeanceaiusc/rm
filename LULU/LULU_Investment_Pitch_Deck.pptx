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FY26-FY30 Chinese footprint expansion, averaging 16 new stores annually versus just 6 domestically, and sustained double-digit (10.2% average) comp growth to overcome clear Americas expansion drawbacks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$500M/yr repurchases (DCF $134 still uses 111.4M day-one basic shares).  Hist = 10-K. Forecast (26-30)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to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2157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6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(26-30)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to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2157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6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(26-30)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to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520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1947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2064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2064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implies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