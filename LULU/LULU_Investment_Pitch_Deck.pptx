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vs public peers; Gymshark EV/EBITDA is implied, not a published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StockAnalysis public prints; Gymshark inputs are Guardian £1.25bn and SGB FY25 EBITDA £53.3m — no page prints the multiple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43000"/>
          <a:ext cx="11292836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 (implied)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Public 5-name mean is 10.8x; with implied Gymshark 12.9x. Both overstate a 2.25% g / 15.5% OM FY2030 exit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8.0x = Deckers, ~1 turn above Gordon ~7x and a haircut from the mature public mean (DECK / ADS / VFC) of 9.3x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No source prints Gymshark EV/EBITDA. 23.5x is model math: 2020 Guardian £1.25bn / SGB FY25 EBITDA £53.3m — a cross-year implied multiple, not a tape print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Gymshark: Guardian (2020 GA £1.25bn valuation) and SGB (FY25 EBITDA £53.3m). No page prints EV/EBITDA; 23.5x is implied model math,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