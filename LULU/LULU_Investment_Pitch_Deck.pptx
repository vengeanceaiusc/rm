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table of contents detailing the overarching financial roadmap for my Lululemon investment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See Links &amp; Sources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4251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we will analyze the recent cyclical selloff to 100 dollars and why this price action demands a market re-evaluation. Next we dissect the NOPAT bridge and revenue drivers to expose durable cash flows hidden beneath headline noise. Then we evaluate our mathematically sound 9 percent WACC and DCF scenarios which justify my overweight thesis. Finally we review our football field valuation and comparable analysis implying a massive margin of safety for investors.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Lululemon Q2 2026 Financial Supplement: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Provided Valuation Spreadsheet: LULUMODEL18.xlsx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See Links &amp; Sources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See Links &amp; Sources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See Links &amp; Sources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160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33.6 percent upside from current levels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See Links &amp; Sources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See Links &amp; Sources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See Links &amp; Sources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See Links &amp; Sources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See Links &amp; Sources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Furthermore, carrying just $1.78 billion in long-term debt against $8.53 billion in total assets provides immense strategic flexibility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https://www.gurufocus.com/term/long-term-debt-and-capital-lease-obligation/LULU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from peak COVID levels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See Links &amp; Sources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06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Our model conservatively assumes margins permanently reset lower to a 13.2% run-rate trough in FY26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LULUMODEL18.xlsx / https://www.sec.gov/ix?doc=/Archives/edgar/data/0001397187/000139718724000013/lulu-20240128.htm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See Links &amp; Sources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model projections rely entirely on FY2026 store openings skewing to China (+20 openings) versus mature Americas (+8 openings) alongside aggressive +14.0% comp sales growth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mathematically break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See Links &amp; Sources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Deploying 75% UFCF into buybacks retires 28 million shares, compounding EPS to $14.93 to elevate share price to $133.64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Recovery milestones from Q3 FY2026 trough through FY2027–FY2028 multiple re-rating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See Links &amp; Sources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98448"/>
            <a:ext cx="3063240" cy="11155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298448"/>
            <a:ext cx="80924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32304"/>
            <a:ext cx="3063240" cy="11155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432304"/>
            <a:ext cx="80924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66160"/>
            <a:ext cx="3063240" cy="11155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3566160"/>
            <a:ext cx="80924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00016"/>
            <a:ext cx="3063240" cy="11155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2028 (FY2027–FY2028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4700016"/>
            <a:ext cx="80924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76672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7092" y="3392424"/>
            <a:ext cx="640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