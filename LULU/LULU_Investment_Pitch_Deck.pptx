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decline.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|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|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|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|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|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|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|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decline.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engine.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buybacks.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(+102%).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debt: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slowdown: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Q2’25):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(10-K):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ft: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boost):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|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P&amp;L: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bridge: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capitulated: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today):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wholesale: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comps: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~57–59%: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FY2024):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Nike/adidas: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EPS: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model: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peers: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FY2025, far above most branded-apparel peers,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highs: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scales: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7092" y="3392424"/>
            <a:ext cx="640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928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