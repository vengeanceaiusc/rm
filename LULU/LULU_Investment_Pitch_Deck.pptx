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4517136"/>
              </a:tblGrid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4517136"/>
              </a:tblGrid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$133.52.5M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(revenue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x gross margin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(EBIT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/ revenue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(net income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 / diluted shares ($750M/yr buybacks)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(CFO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(D&amp;A yrs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(capex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(FCF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($750M/yr buybacks)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WACC tab (col E) · 10-K cap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858768"/>
            <a:ext cx="55321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· SOTP FY30E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SOTP · 10-K geo mix ·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· base WACC 9.0% g 2.25%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C)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$133.52.5M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353312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0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  <a:buNone/>
              <a:buNone/>
              <a:buNone/>
              <a:buNone/>
              <a:buNone/>
              <a:buNone/>
              <a:buNone/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$133.52. Grid brackets ±100bps WACC and 1.5-3.0% g.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PitchBook comps 04-Sep-2026 · LULU_DCF_Valuation_Model.xlsx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IR, Bloomberg, BusinessWire (precedent context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401568"/>
            <a:ext cx="690372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401568"/>
            <a:ext cx="4160520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5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LULU Investment Pitch Deck</dc:title>
  <dc:subject/>
  <dc:creator>Christian Gardner</dc:creator>
  <cp:keywords/>
  <dc:description/>
  <cp:lastModifiedBy>Christian Gardner</cp:lastModifiedBy>
  <cp:revision>1</cp:revision>
  <dcterms:created xsi:type="dcterms:W3CDTF">2013-01-27T09:14:16Z</dcterms:created>
  <dcterms:modified xsi:type="dcterms:W3CDTF">2013-01-27T09:15:58Z</dcterms:modified>
  <cp:category/>
</cp:coreProperties>
</file>